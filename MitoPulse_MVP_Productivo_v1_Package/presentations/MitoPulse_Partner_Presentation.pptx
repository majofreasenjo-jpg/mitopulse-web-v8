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MitoPulse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capa inmunológica que falta en Internet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 fraude social y la ingeniería humana superan a los sistemas tradicionales.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solución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MitoPulse detecta si una interacción es legítima usando relaciones reales.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Cómo funciona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Grafo relacional + memoria de comportamiento + guardian nodes.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Casos de uso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Bancos, marketplaces, mensajería, telecomunicaciones.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Reducción radical de fraude social.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Convertirse en la capa de confianza universal de Internet.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