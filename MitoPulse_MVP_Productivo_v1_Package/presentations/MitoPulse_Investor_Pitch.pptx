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MitoPulse Investment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for trust in digital interactions.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Billions lost yearly to social engineering fraud.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Relational trust engine detecting illegitimate interactions.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cybersecurity + fraud prevention markets.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trust scoring, enterprise nodes, guardian certification.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Positioned between Stripe, Cloudflare, and Darktrace.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trust infrastructure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Potential infrastructure-scale valuation if widely adopted.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